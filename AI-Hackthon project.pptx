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7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0A3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560320" cy="2560320"/>
          </a:xfrm>
          <a:prstGeom prst="ellipse">
            <a:avLst/>
          </a:prstGeom>
          <a:solidFill>
            <a:srgbClr val="1E90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9829" y="149999"/>
            <a:ext cx="2617941" cy="444361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681" y="12839"/>
            <a:ext cx="3195390" cy="695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ALIBABA AI </a:t>
            </a:r>
            <a:r>
              <a:rPr lang="en-US" sz="1100" b="1" dirty="0" smtClean="0">
                <a:solidFill>
                  <a:srgbClr val="FFFFFF"/>
                </a:solidFill>
              </a:rPr>
              <a:t>HACKATHON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AI-Based Personalized Treatment Plan Generator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1691640"/>
            <a:ext cx="82734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3E0"/>
                </a:solidFill>
              </a:rPr>
              <a:t>For Smart Healthcare Systems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74720" cy="246888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2A3"/>
                </a:solidFill>
              </a:rPr>
              <a:t>[AI Assistant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52A3"/>
                </a:solidFill>
              </a:rPr>
              <a:t>Chatbot Image]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90FF"/>
                </a:solidFill>
              </a:rPr>
              <a:t>AI Doctor Assistant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3474720" cy="246888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2A3"/>
                </a:solidFill>
              </a:rPr>
              <a:t>[Smart Healthcare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52A3"/>
                </a:solidFill>
              </a:rPr>
              <a:t>System Image]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90FF"/>
                </a:solidFill>
              </a:rPr>
              <a:t>Patient Care Platform</a:t>
            </a:r>
            <a:endParaRPr lang="en-US" sz="1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01" t="-34875" r="-114516" b="2231"/>
          <a:stretch/>
        </p:blipFill>
        <p:spPr>
          <a:xfrm>
            <a:off x="457198" y="1201558"/>
            <a:ext cx="7715252" cy="33704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447" t="-80939" r="2864" b="-22338"/>
          <a:stretch/>
        </p:blipFill>
        <p:spPr>
          <a:xfrm>
            <a:off x="530005" y="38789"/>
            <a:ext cx="7973915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0" y="2517732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Presented BY: Manahil Noor 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2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 Statement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Healthcare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3840480"/>
          </a:xfrm>
          <a:prstGeom prst="rect">
            <a:avLst/>
          </a:prstGeom>
          <a:solidFill>
            <a:srgbClr val="0066CC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280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Healthcare Challenge</a:t>
            </a:r>
          </a:p>
          <a:p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</a:rPr>
              <a:t>Current healthcare systems face critical challenges:</a:t>
            </a:r>
          </a:p>
          <a:p>
            <a:endParaRPr lang="en-US" sz="1300" dirty="0"/>
          </a:p>
          <a:p>
            <a:r>
              <a:rPr lang="en-US" sz="1100" dirty="0">
                <a:solidFill>
                  <a:schemeClr val="bg1"/>
                </a:solidFill>
              </a:rPr>
              <a:t>- One-Size-Fits-All Treatment Protocols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Generic treatment plans don't account for individual patient differences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- Time-Consuming Manual Diagnosis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Doctors spend hours analyzing patient data manually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- Limited Patient Personalization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No AI-driven customization of treatment approaches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- Scalability Issues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High costs prevent personalized care from reaching remote populations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- Poor Treatment Adherence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Patients don't follow generic plans they don't understand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KEY INSIGHT:</a:t>
            </a:r>
          </a:p>
          <a:p>
            <a:r>
              <a:rPr lang="en-US" sz="1100" dirty="0">
                <a:solidFill>
                  <a:schemeClr val="bg1"/>
                </a:solidFill>
              </a:rPr>
              <a:t>Healthcare needs AI-powered personalization to deliver the right treatment </a:t>
            </a:r>
          </a:p>
          <a:p>
            <a:r>
              <a:rPr lang="en-US" sz="1100" dirty="0">
                <a:solidFill>
                  <a:schemeClr val="bg1"/>
                </a:solidFill>
              </a:rPr>
              <a:t>to the right patient at the right time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926080" cy="384048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[Problem Scenario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Image]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771" y="1005840"/>
            <a:ext cx="286861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Our AI Solution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Innovation Track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997" y="939953"/>
            <a:ext cx="8046720" cy="384048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-855444" y="1007594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" t="1250" r="-2619" b="1572"/>
          <a:stretch/>
        </p:blipFill>
        <p:spPr>
          <a:xfrm>
            <a:off x="118997" y="939953"/>
            <a:ext cx="831728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A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374904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[Patient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Input Process]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74904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743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[AI Processing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Analysis Flow]</a:t>
            </a:r>
            <a:endParaRPr lang="en-US" sz="1200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768096" y="2114722"/>
            <a:ext cx="65" cy="92333"/>
          </a:xfrm>
          <a:prstGeom prst="rect">
            <a:avLst/>
          </a:prstGeom>
          <a:solidFill>
            <a:srgbClr val="2020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37" t="400" r="54949" b="4889"/>
          <a:stretch/>
        </p:blipFill>
        <p:spPr>
          <a:xfrm>
            <a:off x="-350728" y="955109"/>
            <a:ext cx="4152378" cy="40333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30" t="2273" r="275" b="4820"/>
          <a:stretch/>
        </p:blipFill>
        <p:spPr>
          <a:xfrm>
            <a:off x="5024546" y="895611"/>
            <a:ext cx="3330315" cy="4092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2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419" y="2794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Patient Data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6400800" cy="374904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F4D"/>
                </a:solidFill>
              </a:rPr>
              <a:t>[Patient Health 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1F4D"/>
                </a:solidFill>
              </a:rPr>
              <a:t>Analytics Dashboard]</a:t>
            </a:r>
            <a:endParaRPr lang="en-US" sz="15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" t="1703" r="907" b="2426"/>
          <a:stretch/>
        </p:blipFill>
        <p:spPr>
          <a:xfrm>
            <a:off x="1377863" y="1097280"/>
            <a:ext cx="6388274" cy="37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7202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Personalized Treatment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Generated Plans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3840480"/>
          </a:xfrm>
          <a:prstGeom prst="rect">
            <a:avLst/>
          </a:prstGeom>
          <a:solidFill>
            <a:srgbClr val="001F4D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28016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Generated Plan Elements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Medication Schedule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Therapy Recommendations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Lifestyle Modifications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Monitoring Metrics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Follow-up Timelines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[AI Doctor Chatbot Assistance]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384048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[Treatment Plan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F4D"/>
                </a:solidFill>
              </a:rPr>
              <a:t>Visualization]</a:t>
            </a:r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" t="-1399" r="3313" b="1472"/>
          <a:stretch/>
        </p:blipFill>
        <p:spPr>
          <a:xfrm>
            <a:off x="4754880" y="901874"/>
            <a:ext cx="3840480" cy="3944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144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System Workflow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0791" y="879327"/>
            <a:ext cx="2560320" cy="3749040"/>
          </a:xfrm>
          <a:prstGeom prst="rect">
            <a:avLst/>
          </a:prstGeom>
          <a:solidFill>
            <a:srgbClr val="E8F0F8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[Data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Stage]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56352" y="879327"/>
            <a:ext cx="2560320" cy="3749040"/>
          </a:xfrm>
          <a:prstGeom prst="rect">
            <a:avLst/>
          </a:prstGeom>
          <a:solidFill>
            <a:srgbClr val="E8F0F8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[AI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Stage]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94955" y="868680"/>
            <a:ext cx="2560320" cy="3749040"/>
          </a:xfrm>
          <a:prstGeom prst="rect">
            <a:avLst/>
          </a:prstGeom>
          <a:solidFill>
            <a:srgbClr val="E8F0F8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[Plan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1F4D"/>
                </a:solidFill>
              </a:rPr>
              <a:t>Stage]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" t="12844" r="70026" b="30169"/>
          <a:stretch/>
        </p:blipFill>
        <p:spPr>
          <a:xfrm>
            <a:off x="899057" y="989555"/>
            <a:ext cx="1647174" cy="29310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23" t="12897" r="36898" b="29873"/>
          <a:stretch/>
        </p:blipFill>
        <p:spPr>
          <a:xfrm>
            <a:off x="3497579" y="1005714"/>
            <a:ext cx="1640909" cy="294361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6" t="12906" r="-67508" b="30290"/>
          <a:stretch/>
        </p:blipFill>
        <p:spPr>
          <a:xfrm>
            <a:off x="6057899" y="998949"/>
            <a:ext cx="6682637" cy="29216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3" t="10666" r="12397" b="6317"/>
          <a:stretch/>
        </p:blipFill>
        <p:spPr>
          <a:xfrm>
            <a:off x="816070" y="3934988"/>
            <a:ext cx="7146099" cy="7077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7" t="20567" r="4692" b="40301"/>
          <a:stretch/>
        </p:blipFill>
        <p:spPr>
          <a:xfrm>
            <a:off x="501664" y="4704024"/>
            <a:ext cx="7753611" cy="363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2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Benefits &amp; Impact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256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Real-World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7238" y="1470239"/>
            <a:ext cx="3442150" cy="3160319"/>
          </a:xfrm>
          <a:prstGeom prst="rect">
            <a:avLst/>
          </a:prstGeom>
          <a:solidFill>
            <a:srgbClr val="002060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405" y="1437361"/>
            <a:ext cx="3335681" cy="3160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[For Patients]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Personalized Care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Better Outcomes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24/7 AI Chatbot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Lower Costs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972833" y="1503121"/>
            <a:ext cx="3377017" cy="3094557"/>
          </a:xfrm>
          <a:prstGeom prst="rect">
            <a:avLst/>
          </a:prstGeom>
          <a:solidFill>
            <a:srgbClr val="002060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75130" y="1295688"/>
            <a:ext cx="3474720" cy="323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[For Healthcare]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Faster Diagnosis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Data-Driven Decisions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Scalable Solution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✓ Quality Improvement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200400"/>
            <a:ext cx="2926080" cy="2926080"/>
          </a:xfrm>
          <a:prstGeom prst="ellipse">
            <a:avLst/>
          </a:prstGeom>
          <a:solidFill>
            <a:srgbClr val="00A3E0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Future Vision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3E0"/>
                </a:solidFill>
              </a:rPr>
              <a:t>Transforming Healthcare with AI-Powered Personalization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2286000"/>
          </a:xfrm>
          <a:prstGeom prst="rect">
            <a:avLst/>
          </a:prstGeom>
          <a:solidFill>
            <a:srgbClr val="E8F0F8"/>
          </a:solidFill>
          <a:ln w="381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D"/>
                </a:solidFill>
              </a:rPr>
              <a:t>[Future Healthcare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1F4D"/>
                </a:solidFill>
              </a:rPr>
              <a:t>Ecosystem Vision]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Alibaba AI Hackathon | Healthcare Innovation</a:t>
            </a: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5" t="23501" r="8886" b="-34186"/>
          <a:stretch/>
        </p:blipFill>
        <p:spPr>
          <a:xfrm>
            <a:off x="1778696" y="1873892"/>
            <a:ext cx="5810824" cy="3543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293</Words>
  <Application>Microsoft Office PowerPoint</Application>
  <PresentationFormat>On-screen Show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19</cp:revision>
  <dcterms:created xsi:type="dcterms:W3CDTF">2026-08-30T09:54:45Z</dcterms:created>
  <dcterms:modified xsi:type="dcterms:W3CDTF">2026-08-31T12:24:17Z</dcterms:modified>
</cp:coreProperties>
</file>